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4572000" cy="259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2100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D6194-238C-4CED-80F4-152C8971A1F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43000"/>
            <a:ext cx="5445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DF6E3-4CA0-40F1-BE01-B7666A8AE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9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DF6E3-4CA0-40F1-BE01-B7666A8AE9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1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424004"/>
            <a:ext cx="3429000" cy="901982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360770"/>
            <a:ext cx="3429000" cy="625510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0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1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645901"/>
            <a:ext cx="3943350" cy="1077701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1733797"/>
            <a:ext cx="3943350" cy="566737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82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3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689680"/>
            <a:ext cx="1943100" cy="1643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689680"/>
            <a:ext cx="1943100" cy="1643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37936"/>
            <a:ext cx="3943350" cy="5007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635106"/>
            <a:ext cx="1934170" cy="3112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946362"/>
            <a:ext cx="1934170" cy="1391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635106"/>
            <a:ext cx="1943696" cy="3112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946362"/>
            <a:ext cx="1943696" cy="1391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0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6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0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72720"/>
            <a:ext cx="1474589" cy="60452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373028"/>
            <a:ext cx="2314575" cy="1841147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777240"/>
            <a:ext cx="1474589" cy="1439933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9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72720"/>
            <a:ext cx="1474589" cy="60452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373028"/>
            <a:ext cx="2314575" cy="1841147"/>
          </a:xfrm>
        </p:spPr>
        <p:txBody>
          <a:bodyPr anchor="t"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777240"/>
            <a:ext cx="1474589" cy="1439933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3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37936"/>
            <a:ext cx="985838" cy="21955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37936"/>
            <a:ext cx="2900363" cy="21955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2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37936"/>
            <a:ext cx="3943350" cy="500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689680"/>
            <a:ext cx="3943350" cy="1643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401288"/>
            <a:ext cx="1028700" cy="137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33CAD-D049-4670-B166-C67153D340E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401288"/>
            <a:ext cx="1543050" cy="137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401288"/>
            <a:ext cx="1028700" cy="137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C2BE2-7656-410A-871E-F84B86B4A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2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52EB23-590D-419F-9443-40045B9975BA}"/>
              </a:ext>
            </a:extLst>
          </p:cNvPr>
          <p:cNvSpPr/>
          <p:nvPr/>
        </p:nvSpPr>
        <p:spPr>
          <a:xfrm>
            <a:off x="50800" y="39914"/>
            <a:ext cx="4470400" cy="2510972"/>
          </a:xfrm>
          <a:prstGeom prst="roundRect">
            <a:avLst>
              <a:gd name="adj" fmla="val 299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E3628-7B0C-6914-51BA-AB7475D1C8ED}"/>
              </a:ext>
            </a:extLst>
          </p:cNvPr>
          <p:cNvSpPr/>
          <p:nvPr/>
        </p:nvSpPr>
        <p:spPr>
          <a:xfrm>
            <a:off x="351975" y="1944914"/>
            <a:ext cx="711200" cy="529772"/>
          </a:xfrm>
          <a:prstGeom prst="roundRect">
            <a:avLst>
              <a:gd name="adj" fmla="val 599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EMG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A328C3-DCE1-86C5-C92F-1F2C0E231BB8}"/>
              </a:ext>
            </a:extLst>
          </p:cNvPr>
          <p:cNvSpPr/>
          <p:nvPr/>
        </p:nvSpPr>
        <p:spPr>
          <a:xfrm>
            <a:off x="1372513" y="1944914"/>
            <a:ext cx="711200" cy="529772"/>
          </a:xfrm>
          <a:prstGeom prst="roundRect">
            <a:avLst>
              <a:gd name="adj" fmla="val 7678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C62B36-2C39-F168-32F4-C1175F2ACE6B}"/>
              </a:ext>
            </a:extLst>
          </p:cNvPr>
          <p:cNvCxnSpPr/>
          <p:nvPr/>
        </p:nvCxnSpPr>
        <p:spPr>
          <a:xfrm>
            <a:off x="435428" y="1055306"/>
            <a:ext cx="370114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579B93E-01F0-0E9F-05ED-981AC36A1038}"/>
              </a:ext>
            </a:extLst>
          </p:cNvPr>
          <p:cNvSpPr/>
          <p:nvPr/>
        </p:nvSpPr>
        <p:spPr>
          <a:xfrm>
            <a:off x="3730171" y="2028371"/>
            <a:ext cx="431800" cy="29390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EAE31B-6C81-816E-0B94-D04BA8E2B9DF}"/>
              </a:ext>
            </a:extLst>
          </p:cNvPr>
          <p:cNvSpPr/>
          <p:nvPr/>
        </p:nvSpPr>
        <p:spPr>
          <a:xfrm>
            <a:off x="3911600" y="69581"/>
            <a:ext cx="573317" cy="35494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C4197-1A24-A799-48C7-A239D8B4FF9B}"/>
              </a:ext>
            </a:extLst>
          </p:cNvPr>
          <p:cNvSpPr txBox="1"/>
          <p:nvPr/>
        </p:nvSpPr>
        <p:spPr>
          <a:xfrm>
            <a:off x="60369" y="63576"/>
            <a:ext cx="1848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NHA HANG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1E123B-C54D-2F14-B6E8-8416F61D5E3D}"/>
              </a:ext>
            </a:extLst>
          </p:cNvPr>
          <p:cNvSpPr/>
          <p:nvPr/>
        </p:nvSpPr>
        <p:spPr>
          <a:xfrm>
            <a:off x="598724" y="445249"/>
            <a:ext cx="257628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166D60-8B7C-A504-5CDB-F3BB99406C80}"/>
              </a:ext>
            </a:extLst>
          </p:cNvPr>
          <p:cNvSpPr/>
          <p:nvPr/>
        </p:nvSpPr>
        <p:spPr>
          <a:xfrm>
            <a:off x="1201061" y="456591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988EC6-ED6E-F325-4733-57D1E5D84C83}"/>
              </a:ext>
            </a:extLst>
          </p:cNvPr>
          <p:cNvSpPr/>
          <p:nvPr/>
        </p:nvSpPr>
        <p:spPr>
          <a:xfrm>
            <a:off x="2774049" y="456591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2FFDB1-7278-5386-E366-FFA303C3C31A}"/>
              </a:ext>
            </a:extLst>
          </p:cNvPr>
          <p:cNvSpPr/>
          <p:nvPr/>
        </p:nvSpPr>
        <p:spPr>
          <a:xfrm>
            <a:off x="1728113" y="456591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D78DB3-EABA-200B-8D11-B3B9053F6D4E}"/>
              </a:ext>
            </a:extLst>
          </p:cNvPr>
          <p:cNvSpPr/>
          <p:nvPr/>
        </p:nvSpPr>
        <p:spPr>
          <a:xfrm>
            <a:off x="2255165" y="456591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628ED0-B629-2A82-75F4-0647A6129B2A}"/>
              </a:ext>
            </a:extLst>
          </p:cNvPr>
          <p:cNvSpPr/>
          <p:nvPr/>
        </p:nvSpPr>
        <p:spPr>
          <a:xfrm>
            <a:off x="3281143" y="456591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A2B92A-E2E0-B24A-5C2E-3DA8CA6CF79C}"/>
              </a:ext>
            </a:extLst>
          </p:cNvPr>
          <p:cNvSpPr/>
          <p:nvPr/>
        </p:nvSpPr>
        <p:spPr>
          <a:xfrm>
            <a:off x="1201061" y="1396697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28DD7C-9885-5A3C-7F74-EAF72516DA42}"/>
              </a:ext>
            </a:extLst>
          </p:cNvPr>
          <p:cNvSpPr/>
          <p:nvPr/>
        </p:nvSpPr>
        <p:spPr>
          <a:xfrm>
            <a:off x="2774049" y="1396697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86C6DB-1CD8-E736-719F-BC22BF05EE67}"/>
              </a:ext>
            </a:extLst>
          </p:cNvPr>
          <p:cNvSpPr/>
          <p:nvPr/>
        </p:nvSpPr>
        <p:spPr>
          <a:xfrm>
            <a:off x="1728113" y="1396697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7BA7D4-DD65-256F-E2B4-E469F633573A}"/>
              </a:ext>
            </a:extLst>
          </p:cNvPr>
          <p:cNvSpPr/>
          <p:nvPr/>
        </p:nvSpPr>
        <p:spPr>
          <a:xfrm>
            <a:off x="2255165" y="1396697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58CEF98-AB0F-4062-F072-C2E92E644724}"/>
              </a:ext>
            </a:extLst>
          </p:cNvPr>
          <p:cNvSpPr/>
          <p:nvPr/>
        </p:nvSpPr>
        <p:spPr>
          <a:xfrm>
            <a:off x="3281143" y="1396697"/>
            <a:ext cx="368296" cy="23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B9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0B87613-77F9-FE84-04AB-8AF3C48F6A7C}"/>
              </a:ext>
            </a:extLst>
          </p:cNvPr>
          <p:cNvSpPr/>
          <p:nvPr/>
        </p:nvSpPr>
        <p:spPr>
          <a:xfrm>
            <a:off x="2354033" y="1944914"/>
            <a:ext cx="711200" cy="529772"/>
          </a:xfrm>
          <a:prstGeom prst="roundRect">
            <a:avLst>
              <a:gd name="adj" fmla="val 7678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</a:p>
        </p:txBody>
      </p:sp>
    </p:spTree>
    <p:extLst>
      <p:ext uri="{BB962C8B-B14F-4D97-AF65-F5344CB8AC3E}">
        <p14:creationId xmlns:p14="http://schemas.microsoft.com/office/powerpoint/2010/main" val="421264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CDAB2D-0586-3683-4BC9-0D8CC5833635}"/>
              </a:ext>
            </a:extLst>
          </p:cNvPr>
          <p:cNvCxnSpPr/>
          <p:nvPr/>
        </p:nvCxnSpPr>
        <p:spPr>
          <a:xfrm>
            <a:off x="376237" y="1176337"/>
            <a:ext cx="3819525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45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18</Words>
  <Application>Microsoft Office PowerPoint</Application>
  <PresentationFormat>Custom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Hùng Khắc</dc:creator>
  <cp:lastModifiedBy>Hùng Khắc</cp:lastModifiedBy>
  <cp:revision>8</cp:revision>
  <dcterms:created xsi:type="dcterms:W3CDTF">2026-05-26T22:37:58Z</dcterms:created>
  <dcterms:modified xsi:type="dcterms:W3CDTF">2026-05-27T00:04:59Z</dcterms:modified>
</cp:coreProperties>
</file>